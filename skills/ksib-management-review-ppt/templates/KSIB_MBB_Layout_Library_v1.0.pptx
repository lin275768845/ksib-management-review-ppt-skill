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f682231b88453b" /><Relationship Type="http://schemas.openxmlformats.org/officeDocument/2006/relationships/extended-properties" Target="/docProps/app.xml" Id="R3fd368383190473c" /><Relationship Type="http://schemas.openxmlformats.org/officeDocument/2006/relationships/officeDocument" Target="/ppt/presentation.xml" Id="R2c8a5578fedd4a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7f46b9deea4b09"/>
  </p:sldMasterIdLst>
  <p:notesMasterIdLst>
    <p:notesMasterId xmlns:r="http://schemas.openxmlformats.org/officeDocument/2006/relationships" r:id="Rca5c81af8d9e4dba"/>
  </p:notesMasterIdLst>
  <p:sldIdLst>
    <p:sldId xmlns:r="http://schemas.openxmlformats.org/officeDocument/2006/relationships" id="256" r:id="Rb38836e08c9f4693"/>
    <p:sldId xmlns:r="http://schemas.openxmlformats.org/officeDocument/2006/relationships" id="257" r:id="R5d4cd861ce9b440c"/>
    <p:sldId xmlns:r="http://schemas.openxmlformats.org/officeDocument/2006/relationships" id="258" r:id="Rde854b6e1c424062"/>
    <p:sldId xmlns:r="http://schemas.openxmlformats.org/officeDocument/2006/relationships" id="259" r:id="R90376a98ab6949f1"/>
    <p:sldId xmlns:r="http://schemas.openxmlformats.org/officeDocument/2006/relationships" id="260" r:id="R4e7b51eae3164504"/>
    <p:sldId xmlns:r="http://schemas.openxmlformats.org/officeDocument/2006/relationships" id="261" r:id="Re20c5033a26c4a41"/>
    <p:sldId xmlns:r="http://schemas.openxmlformats.org/officeDocument/2006/relationships" id="262" r:id="R656ce0d186d04ffa"/>
    <p:sldId xmlns:r="http://schemas.openxmlformats.org/officeDocument/2006/relationships" id="263" r:id="R96e4ab0d6a1447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3a27f01e8e40ef" /><Relationship Type="http://schemas.openxmlformats.org/officeDocument/2006/relationships/slideMaster" Target="/ppt/slideMasters/slideMaster1.xml" Id="R1f7f46b9deea4b09" /><Relationship Type="http://schemas.openxmlformats.org/officeDocument/2006/relationships/notesMaster" Target="/ppt/notesMasters/notesMaster1.xml" Id="Rca5c81af8d9e4dba" /><Relationship Type="http://schemas.openxmlformats.org/officeDocument/2006/relationships/presProps" Target="/ppt/presProps.xml" Id="R7028dc3ac72d4b6a" /><Relationship Type="http://schemas.openxmlformats.org/officeDocument/2006/relationships/tableStyles" Target="/ppt/tableStyles.xml" Id="R3bc50959d3444dea" /><Relationship Type="http://schemas.openxmlformats.org/officeDocument/2006/relationships/slide" Target="/ppt/slides/slide1.xml" Id="Rb38836e08c9f4693" /><Relationship Type="http://schemas.openxmlformats.org/officeDocument/2006/relationships/slide" Target="/ppt/slides/slide2.xml" Id="R5d4cd861ce9b440c" /><Relationship Type="http://schemas.openxmlformats.org/officeDocument/2006/relationships/slide" Target="/ppt/slides/slide3.xml" Id="Rde854b6e1c424062" /><Relationship Type="http://schemas.openxmlformats.org/officeDocument/2006/relationships/slide" Target="/ppt/slides/slide4.xml" Id="R90376a98ab6949f1" /><Relationship Type="http://schemas.openxmlformats.org/officeDocument/2006/relationships/slide" Target="/ppt/slides/slide5.xml" Id="R4e7b51eae3164504" /><Relationship Type="http://schemas.openxmlformats.org/officeDocument/2006/relationships/slide" Target="/ppt/slides/slide6.xml" Id="Re20c5033a26c4a41" /><Relationship Type="http://schemas.openxmlformats.org/officeDocument/2006/relationships/slide" Target="/ppt/slides/slide7.xml" Id="R656ce0d186d04ffa" /><Relationship Type="http://schemas.openxmlformats.org/officeDocument/2006/relationships/slide" Target="/ppt/slides/slide8.xml" Id="R96e4ab0d6a1447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74364cf97649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006B8F"/>
      </a:accent5>
      <a:accent6>
        <a:srgbClr val="E5E6EB"/>
      </a:accent6>
      <a:hlink>
        <a:srgbClr val="3370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c8a4c9e1ae4d80" /><Relationship Type="http://schemas.openxmlformats.org/officeDocument/2006/relationships/notesMaster" Target="/ppt/notesMasters/notesMaster1.xml" Id="Rfa4ae92aae214b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6316027b6c47f4" /><Relationship Type="http://schemas.openxmlformats.org/officeDocument/2006/relationships/notesMaster" Target="/ppt/notesMasters/notesMaster1.xml" Id="R825b0378229b45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0993e862aa4a5b" /><Relationship Type="http://schemas.openxmlformats.org/officeDocument/2006/relationships/notesMaster" Target="/ppt/notesMasters/notesMaster1.xml" Id="Rf254639828a84c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97030f327b4723" /><Relationship Type="http://schemas.openxmlformats.org/officeDocument/2006/relationships/notesMaster" Target="/ppt/notesMasters/notesMaster1.xml" Id="R6b1668e6a80e4b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b2d3714cf45eb" /><Relationship Type="http://schemas.openxmlformats.org/officeDocument/2006/relationships/notesMaster" Target="/ppt/notesMasters/notesMaster1.xml" Id="R9855d4d7fca843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cda1f9450544a9" /><Relationship Type="http://schemas.openxmlformats.org/officeDocument/2006/relationships/notesMaster" Target="/ppt/notesMasters/notesMaster1.xml" Id="R79ea8565ca814b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808ebfd3d14ee2" /><Relationship Type="http://schemas.openxmlformats.org/officeDocument/2006/relationships/notesMaster" Target="/ppt/notesMasters/notesMaster1.xml" Id="R4ac039867f074c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f48c95709b47f8" /><Relationship Type="http://schemas.openxmlformats.org/officeDocument/2006/relationships/notesMaster" Target="/ppt/notesMasters/notesMaster1.xml" Id="Rf6aefe9cd84f41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Profile]</a:t>
            </a:r>
          </a:p>
          <a:p xmlns:a="http://schemas.openxmlformats.org/drawingml/2006/main">
            <a:r>
              <a:t>- cover</a:t>
            </a:r>
          </a:p>
          <a:p xmlns:a="http://schemas.openxmlformats.org/drawingml/2006/main">
            <a:r>
              <a:t>- KSIB 01 - Cover</a:t>
            </a:r>
          </a:p>
          <a:p xmlns:a="http://schemas.openxmlformats.org/drawingml/2006/main">
            <a:r>
              <a:t>- Generated from ksib-design-tokens/1.3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Profile]</a:t>
            </a:r>
          </a:p>
          <a:p xmlns:a="http://schemas.openxmlformats.org/drawingml/2006/main">
            <a:r>
              <a:t>- navigator</a:t>
            </a:r>
          </a:p>
          <a:p xmlns:a="http://schemas.openxmlformats.org/drawingml/2006/main">
            <a:r>
              <a:t>- KSIB 02 - Navigator</a:t>
            </a:r>
          </a:p>
          <a:p xmlns:a="http://schemas.openxmlformats.org/drawingml/2006/main">
            <a:r>
              <a:t>- Generated from ksib-design-tokens/1.3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Profile]</a:t>
            </a:r>
          </a:p>
          <a:p xmlns:a="http://schemas.openxmlformats.org/drawingml/2006/main">
            <a:r>
              <a:t>- section-divider</a:t>
            </a:r>
          </a:p>
          <a:p xmlns:a="http://schemas.openxmlformats.org/drawingml/2006/main">
            <a:r>
              <a:t>- KSIB 03 - Section Divider</a:t>
            </a:r>
          </a:p>
          <a:p xmlns:a="http://schemas.openxmlformats.org/drawingml/2006/main">
            <a:r>
              <a:t>- Generated from ksib-design-tokens/1.3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Profile]</a:t>
            </a:r>
          </a:p>
          <a:p xmlns:a="http://schemas.openxmlformats.org/drawingml/2006/main">
            <a:r>
              <a:t>- content-title-only</a:t>
            </a:r>
          </a:p>
          <a:p xmlns:a="http://schemas.openxmlformats.org/drawingml/2006/main">
            <a:r>
              <a:t>- KSIB 04 - Content Title Only</a:t>
            </a:r>
          </a:p>
          <a:p xmlns:a="http://schemas.openxmlformats.org/drawingml/2006/main">
            <a:r>
              <a:t>- Generated from ksib-design-tokens/1.3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Profile]</a:t>
            </a:r>
          </a:p>
          <a:p xmlns:a="http://schemas.openxmlformats.org/drawingml/2006/main">
            <a:r>
              <a:t>- content-title-subtitle</a:t>
            </a:r>
          </a:p>
          <a:p xmlns:a="http://schemas.openxmlformats.org/drawingml/2006/main">
            <a:r>
              <a:t>- KSIB 05 - Content Title + Subtitle</a:t>
            </a:r>
          </a:p>
          <a:p xmlns:a="http://schemas.openxmlformats.org/drawingml/2006/main">
            <a:r>
              <a:t>- Generated from ksib-design-tokens/1.3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Profile]</a:t>
            </a:r>
          </a:p>
          <a:p xmlns:a="http://schemas.openxmlformats.org/drawingml/2006/main">
            <a:r>
              <a:t>- appendix-divider</a:t>
            </a:r>
          </a:p>
          <a:p xmlns:a="http://schemas.openxmlformats.org/drawingml/2006/main">
            <a:r>
              <a:t>- KSIB 06 - Appendix Divider</a:t>
            </a:r>
          </a:p>
          <a:p xmlns:a="http://schemas.openxmlformats.org/drawingml/2006/main">
            <a:r>
              <a:t>- Generated from ksib-design-tokens/1.3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Profile]</a:t>
            </a:r>
          </a:p>
          <a:p xmlns:a="http://schemas.openxmlformats.org/drawingml/2006/main">
            <a:r>
              <a:t>- appendix-title-only</a:t>
            </a:r>
          </a:p>
          <a:p xmlns:a="http://schemas.openxmlformats.org/drawingml/2006/main">
            <a:r>
              <a:t>- KSIB 07 - Appendix Title Only</a:t>
            </a:r>
          </a:p>
          <a:p xmlns:a="http://schemas.openxmlformats.org/drawingml/2006/main">
            <a:r>
              <a:t>- Generated from ksib-design-tokens/1.3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[Template Profile]</a:t>
            </a:r>
          </a:p>
          <a:p xmlns:a="http://schemas.openxmlformats.org/drawingml/2006/main">
            <a:r>
              <a:t>- appendix-title-subtitle</a:t>
            </a:r>
          </a:p>
          <a:p xmlns:a="http://schemas.openxmlformats.org/drawingml/2006/main">
            <a:r>
              <a:t>- KSIB 08 - Appendix Title + Subtitle</a:t>
            </a:r>
          </a:p>
          <a:p xmlns:a="http://schemas.openxmlformats.org/drawingml/2006/main">
            <a:r>
              <a:t>- Generated from ksib-design-tokens/1.3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8e9dacf8b4d8e" 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SIB 01 - Cov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DF4D920-D5BF-4AA2-8025-9DFB66A2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73152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AE58FAC9-E240-4F7F-B50F-4D3B2646A269}"/>
              </a:ext>
            </a:extLst>
          </p:cNvPr>
          <p:cNvSpPr>
            <a:spLocks xmlns:a="http://schemas.openxmlformats.org/drawingml/2006/main" noGrp="1"/>
          </p:cNvSpPr>
          <p:nvPr>
            <p:ph type="ctrTitle" idx="1"/>
          </p:nvPr>
        </p:nvSpPr>
        <p:spPr>
          <a:xfrm xmlns:a="http://schemas.openxmlformats.org/drawingml/2006/main">
            <a:off x="1097280" y="1874520"/>
            <a:ext cx="95097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3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[主题]：用一句话说明本次汇报的核心任务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1EBF14E-4F79-4466-B8FB-F7DC36AACAF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097280" y="3337560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[场合／对象／日期]</a:t>
            </a:r>
          </a:p>
        </p:txBody>
      </p:sp>
      <p:sp>
        <p:nvSpPr>
          <p:cNvPr id="4" name="cover-label">
            <a:extLst xmlns:a="http://schemas.openxmlformats.org/drawingml/2006/main">
              <a:ext uri="{FF2B5EF4-FFF2-40B4-BE49-F238E27FC236}">
                <a16:creationId xmlns:a16="http://schemas.microsoft.com/office/drawing/2014/main" id="{0C2DB2D5-E462-458B-BE2B-7D3A34CC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2344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rPr>
              <a:t>KSIB MANAGEMENT REVIEW</a:t>
            </a:r>
          </a:p>
        </p:txBody>
      </p:sp>
    </p:spTree>
  </p:cSld>
  <p:clrMapOvr>
    <a:masterClrMapping/>
  </p:clrMapOvr>
  <p:hf hdr="1" ftr="1" sldNum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SIB 02 - Navigat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37F442CA-ADCC-4EF3-BCB6-EB6B712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BDE8576B-8162-4108-9A07-0534849C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9ADDAEAB-C19F-4FC5-A812-F4CBECA544A5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汇报导航：先判断，再用证据支持行动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B3EAA77-D90B-426C-A587-C5EB4CE6C394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31520" y="905256"/>
            <a:ext cx="10728655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[可选] 汇报边界或版本说明</a:t>
            </a:r>
          </a:p>
        </p:txBody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28B70FE-7807-4F24-A341-0E01A774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3744026B-CC16-4CFB-8A72-4221054E0E4E}"/>
              </a:ext>
            </a:extLst>
          </p:cNvPr>
          <p:cNvSpPr>
            <a:spLocks xmlns:a="http://schemas.openxmlformats.org/drawingml/2006/main" noGrp="1"/>
          </p:cNvSpPr>
          <p:nvPr>
            <p:ph type="ftr" idx="6"/>
          </p:nvPr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68B502-0302-447A-B8D0-3261C321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fld id="{00000000-0000-0000-0000-000000000002}" type="slidenum"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2</a:t>
            </a:fld>
          </a:p>
        </p:txBody>
      </p:sp>
      <p:sp>
        <p:nvSpPr>
          <p:cNvPr id="8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54C10933-7797-4DBA-879C-6A425716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navigator-block-1">
            <a:extLst xmlns:a="http://schemas.openxmlformats.org/drawingml/2006/main">
              <a:ext uri="{FF2B5EF4-FFF2-40B4-BE49-F238E27FC236}">
                <a16:creationId xmlns:a16="http://schemas.microsoft.com/office/drawing/2014/main" id="{05A571E4-4391-4A73-B6E0-B295C44925F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1520" y="1965960"/>
            <a:ext cx="33649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FFDBCD"/>
            </a:solidFill>
            <a:prstDash val="solid"/>
          </a:ln>
        </p:spPr>
        <p:txBody>
          <a:bodyPr xmlns:a="http://schemas.openxmlformats.org/drawingml/2006/main" wrap="square" lIns="201168" tIns="201168" rIns="201168" bIns="201168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判断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明确需要支持的决策</a:t>
            </a:r>
          </a:p>
        </p:txBody>
      </p:sp>
      <p:sp>
        <p:nvSpPr>
          <p:cNvPr id="10" name="navigator-block-2">
            <a:extLst xmlns:a="http://schemas.openxmlformats.org/drawingml/2006/main">
              <a:ext uri="{FF2B5EF4-FFF2-40B4-BE49-F238E27FC236}">
                <a16:creationId xmlns:a16="http://schemas.microsoft.com/office/drawing/2014/main" id="{84F62D26-04FD-47C7-A4C8-972487DCC5F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416552" y="1965960"/>
            <a:ext cx="33649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201168" tIns="201168" rIns="201168" bIns="201168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证据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用可核验材料证明判断</a:t>
            </a:r>
          </a:p>
        </p:txBody>
      </p:sp>
      <p:sp>
        <p:nvSpPr>
          <p:cNvPr id="11" name="navigator-block-3">
            <a:extLst xmlns:a="http://schemas.openxmlformats.org/drawingml/2006/main">
              <a:ext uri="{FF2B5EF4-FFF2-40B4-BE49-F238E27FC236}">
                <a16:creationId xmlns:a16="http://schemas.microsoft.com/office/drawing/2014/main" id="{2DF41E17-60C5-4E95-BA08-2E7BDA0666F6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8101584" y="1965960"/>
            <a:ext cx="33649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201168" tIns="201168" rIns="201168" bIns="201168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行动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锁定负责人、节奏与门槛</a:t>
            </a:r>
          </a:p>
        </p:txBody>
      </p:sp>
    </p:spTree>
  </p:cSld>
  <p:clrMapOvr>
    <a:masterClrMapping/>
  </p:clrMapOvr>
  <p:hf hdr="1" ftr="1" sldNum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SIB 03 - 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kicker">
            <a:extLst xmlns:a="http://schemas.openxmlformats.org/drawingml/2006/main">
              <a:ext uri="{FF2B5EF4-FFF2-40B4-BE49-F238E27FC236}">
                <a16:creationId xmlns:a16="http://schemas.microsoft.com/office/drawing/2014/main" id="{0C77CE45-64D6-4B45-9B46-19E28C64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rPr>
              <a:t>SECTION</a:t>
            </a:r>
          </a:p>
        </p:txBody>
      </p:sp>
      <p:sp>
        <p:nvSpPr>
          <p:cNvPr id="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A7F96B0A-87CB-4E93-92D3-DDDC05FDD5C4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31520" y="196596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8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01｜[章节名称]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376EE8D-396F-4D97-BA9F-F28E8339AE3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31520" y="297180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[可选] 章节要回答的核心问题</a:t>
            </a:r>
          </a:p>
        </p:txBody>
      </p:sp>
      <p:sp>
        <p:nvSpPr>
          <p:cNvPr id="4" name="divider-rule">
            <a:extLst xmlns:a="http://schemas.openxmlformats.org/drawingml/2006/main">
              <a:ext uri="{FF2B5EF4-FFF2-40B4-BE49-F238E27FC236}">
                <a16:creationId xmlns:a16="http://schemas.microsoft.com/office/drawing/2014/main" id="{BBA0866B-0E2F-4A11-80FE-9E0F9514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906"/>
            </a:solidFill>
            <a:prstDash val="solid"/>
          </a:ln>
        </p:spPr>
      </p:sp>
    </p:spTree>
  </p:cSld>
  <p:clrMapOvr>
    <a:masterClrMapping/>
  </p:clrMapOvr>
  <p:hf hdr="1" ftr="1" sldNum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SIB 04 - Content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D0177EB4-3F00-4AC2-9594-03CD4632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8B4BB52C-5955-4FE9-8361-D6C10944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4347495B-46B5-4721-B0E7-70EDEB0CF56C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[对象]：[结论及其管理含义]</a:t>
            </a:r>
          </a:p>
        </p:txBody>
      </p:sp>
      <p:sp>
        <p:nvSpPr>
          <p:cNvPr id="4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0EE791CA-9F16-4080-92C6-C7F8EFBF80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1520" y="1389888"/>
            <a:ext cx="10728655" cy="469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[正文由 Certified Layout Renderer 按 Slot 合同填充]</a:t>
            </a:r>
          </a:p>
        </p:txBody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05AD2A0-66EA-4225-8585-287C6CA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85BCA121-08F9-4A56-A45E-F13E856EB7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07E125-8B00-48D0-974E-CED3269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fld id="{00000000-0000-0000-0000-000000000004}" type="slidenum"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4</a:t>
            </a:fld>
          </a:p>
        </p:txBody>
      </p:sp>
      <p:sp>
        <p:nvSpPr>
          <p:cNvPr id="8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4A96CDEE-D07B-423E-A740-CA1540EE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  <p:clrMapOvr>
    <a:masterClrMapping/>
  </p:clrMapOvr>
  <p:hf hdr="1" ftr="1" sldNum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SIB 05 - Content Title +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6DDBD0C0-360E-4204-82B0-75A4DDE7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EAA01045-C3C3-4D0B-92E5-C8BB4142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74FAB00C-6208-4C97-B026-20E02E242FBC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[对象]：[结论及其管理含义]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1CA1715-F4D5-4B4A-BCC6-0E8249E7637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31520" y="905256"/>
            <a:ext cx="10728655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[范围／时期／方法／定义／比较边界]</a:t>
            </a:r>
          </a:p>
        </p:txBody>
      </p:sp>
      <p:sp>
        <p:nvSpPr>
          <p:cNvPr id="5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BAC6B42A-0C16-48E3-8E98-04BAB8BB50E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1520" y="1517904"/>
            <a:ext cx="10728655" cy="4562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[正文由 Certified Layout Renderer 按 Slot 合同填充]</a:t>
            </a:r>
          </a:p>
        </p:txBody>
      </p:sp>
      <p:sp>
        <p:nvSpPr>
          <p:cNvPr id="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7057FE5-5803-403E-A18B-79E3A93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7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93F26D87-FE43-4A39-8F3E-736D7D68FC6E}"/>
              </a:ext>
            </a:extLst>
          </p:cNvPr>
          <p:cNvSpPr>
            <a:spLocks xmlns:a="http://schemas.openxmlformats.org/drawingml/2006/main" noGrp="1"/>
          </p:cNvSpPr>
          <p:nvPr>
            <p:ph type="ftr" idx="4"/>
          </p:nvPr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233226-06F4-4D5E-B97F-564F157C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fld id="{00000000-0000-0000-0000-000000000005}" type="slidenum"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5</a:t>
            </a:fld>
          </a:p>
        </p:txBody>
      </p:sp>
      <p:sp>
        <p:nvSpPr>
          <p:cNvPr id="9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63843678-4E03-4410-BACB-DCFA66E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  <p:clrMapOvr>
    <a:masterClrMapping/>
  </p:clrMapOvr>
  <p:hf hdr="1" ftr="1" sldNum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SIB 06 - Appendix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kicker">
            <a:extLst xmlns:a="http://schemas.openxmlformats.org/drawingml/2006/main">
              <a:ext uri="{FF2B5EF4-FFF2-40B4-BE49-F238E27FC236}">
                <a16:creationId xmlns:a16="http://schemas.microsoft.com/office/drawing/2014/main" id="{A8697FA5-A342-4C6A-B406-E5AEBA4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401B42B0-3411-4C15-BE5B-4E250A679287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31520" y="196596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8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附录｜[章节名称]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A1B9C60-8352-4368-9700-DD14270F073C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31520" y="297180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[可选] 方法、口径或备查内容</a:t>
            </a:r>
          </a:p>
        </p:txBody>
      </p:sp>
      <p:sp>
        <p:nvSpPr>
          <p:cNvPr id="4" name="divider-rule">
            <a:extLst xmlns:a="http://schemas.openxmlformats.org/drawingml/2006/main">
              <a:ext uri="{FF2B5EF4-FFF2-40B4-BE49-F238E27FC236}">
                <a16:creationId xmlns:a16="http://schemas.microsoft.com/office/drawing/2014/main" id="{EBE46CB4-E937-486F-9290-2387DC2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906"/>
            </a:solidFill>
            <a:prstDash val="solid"/>
          </a:ln>
        </p:spPr>
      </p:sp>
    </p:spTree>
  </p:cSld>
  <p:clrMapOvr>
    <a:masterClrMapping/>
  </p:clrMapOvr>
  <p:hf hdr="1" ftr="1" sldNum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SIB 07 - Appendix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EFEF7F80-FE0E-43FC-9917-822D9F0F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CE998D2E-A2D1-447B-83DC-7D0A833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8F5E45FF-D6A7-426C-89BA-C2D30CB1F337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[附录主题]：[本页用途]</a:t>
            </a:r>
          </a:p>
        </p:txBody>
      </p:sp>
      <p:sp>
        <p:nvSpPr>
          <p:cNvPr id="4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41F4FC46-EEAB-4BB1-82FE-6AB5E89779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1520" y="1389888"/>
            <a:ext cx="10728655" cy="469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[正文由 Certified Layout Renderer 按 Slot 合同填充]</a:t>
            </a:r>
          </a:p>
        </p:txBody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1E87E8E-6FBB-423A-9FC7-C650436A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0564BBBA-A09E-43E9-AA6D-FE50F2E8A9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F0252D-B442-484B-AE38-ED8BAEE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fld id="{00000000-0000-0000-0000-000000000007}" type="slidenum"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7</a:t>
            </a:fld>
          </a:p>
        </p:txBody>
      </p:sp>
      <p:sp>
        <p:nvSpPr>
          <p:cNvPr id="8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5E10A046-C718-4ACC-AD89-38E2B76E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  <p:clrMapOvr>
    <a:masterClrMapping/>
  </p:clrMapOvr>
  <p:hf hdr="1" ftr="1" sldNum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SIB 08 - Appendix Title +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A3D3DDD6-DD22-419F-B9C6-1CA4A96D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6FC731C8-ED2A-447C-B7BE-7AED6B7B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E45909C1-0E9B-42C4-9203-0B9CECDDF73E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[附录主题]：[本页用途]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C6D974C-8180-4CAB-B6F8-82F66036B062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731520" y="905256"/>
            <a:ext cx="10728655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[范围／时期／方法／定义／比较边界]</a:t>
            </a:r>
          </a:p>
        </p:txBody>
      </p:sp>
      <p:sp>
        <p:nvSpPr>
          <p:cNvPr id="5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E3D7F481-DCF5-452A-8AB7-766A845A18D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31520" y="1517904"/>
            <a:ext cx="10728655" cy="4562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[正文由 Certified Layout Renderer 按 Slot 合同填充]</a:t>
            </a:r>
          </a:p>
        </p:txBody>
      </p:sp>
      <p:sp>
        <p:nvSpPr>
          <p:cNvPr id="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FF198F0-CB4E-4A83-9A00-45CBBE1E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7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912EDD15-60AC-42FA-B192-F435817151DB}"/>
              </a:ext>
            </a:extLst>
          </p:cNvPr>
          <p:cNvSpPr>
            <a:spLocks xmlns:a="http://schemas.openxmlformats.org/drawingml/2006/main" noGrp="1"/>
          </p:cNvSpPr>
          <p:nvPr>
            <p:ph type="ftr" idx="4"/>
          </p:nvPr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C06291-010E-423D-9714-7EAC9347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fld id="{00000000-0000-0000-0000-000000000008}" type="slidenum"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8</a:t>
            </a:fld>
          </a:p>
        </p:txBody>
      </p:sp>
      <p:sp>
        <p:nvSpPr>
          <p:cNvPr id="9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E664C62B-3A92-4C70-A40E-9734539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  <p:clrMapOvr>
    <a:masterClrMapping/>
  </p:clrMapOvr>
  <p:hf hdr="1" ftr="1" sldNum="1"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6029debc824add" /><Relationship Type="http://schemas.openxmlformats.org/officeDocument/2006/relationships/slideLayout" Target="/ppt/slideLayouts/slideLayout1.xml" Id="R1852a99316824b07" /><Relationship Id="rIdKSIBLayout01" Type="http://schemas.openxmlformats.org/officeDocument/2006/relationships/slideLayout" Target="/ppt/slideLayouts/slideLayout2.xml"/><Relationship Id="rIdKSIBLayout02" Type="http://schemas.openxmlformats.org/officeDocument/2006/relationships/slideLayout" Target="/ppt/slideLayouts/slideLayout3.xml"/><Relationship Id="rIdKSIBLayout03" Type="http://schemas.openxmlformats.org/officeDocument/2006/relationships/slideLayout" Target="/ppt/slideLayouts/slideLayout4.xml"/><Relationship Id="rIdKSIBLayout04" Type="http://schemas.openxmlformats.org/officeDocument/2006/relationships/slideLayout" Target="/ppt/slideLayouts/slideLayout5.xml"/><Relationship Id="rIdKSIBLayout05" Type="http://schemas.openxmlformats.org/officeDocument/2006/relationships/slideLayout" Target="/ppt/slideLayouts/slideLayout6.xml"/><Relationship Id="rIdKSIBLayout06" Type="http://schemas.openxmlformats.org/officeDocument/2006/relationships/slideLayout" Target="/ppt/slideLayouts/slideLayout7.xml"/><Relationship Id="rIdKSIBLayout07" Type="http://schemas.openxmlformats.org/officeDocument/2006/relationships/slideLayout" Target="/ppt/slideLayouts/slideLayout8.xml"/><Relationship Id="rIdKSIBLayout08" Type="http://schemas.openxmlformats.org/officeDocument/2006/relationships/slideLayout" Target="/ppt/slideLayouts/slideLayout9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52a99316824b07"/>
    <p:sldLayoutId xmlns:r="http://schemas.openxmlformats.org/officeDocument/2006/relationships" id="2147483650" r:id="rIdKSIBLayout01"/>
    <p:sldLayoutId xmlns:r="http://schemas.openxmlformats.org/officeDocument/2006/relationships" id="2147483651" r:id="rIdKSIBLayout02"/>
    <p:sldLayoutId xmlns:r="http://schemas.openxmlformats.org/officeDocument/2006/relationships" id="2147483652" r:id="rIdKSIBLayout03"/>
    <p:sldLayoutId xmlns:r="http://schemas.openxmlformats.org/officeDocument/2006/relationships" id="2147483653" r:id="rIdKSIBLayout04"/>
    <p:sldLayoutId xmlns:r="http://schemas.openxmlformats.org/officeDocument/2006/relationships" id="2147483654" r:id="rIdKSIBLayout05"/>
    <p:sldLayoutId xmlns:r="http://schemas.openxmlformats.org/officeDocument/2006/relationships" id="2147483655" r:id="rIdKSIBLayout06"/>
    <p:sldLayoutId xmlns:r="http://schemas.openxmlformats.org/officeDocument/2006/relationships" id="2147483656" r:id="rIdKSIBLayout07"/>
    <p:sldLayoutId xmlns:r="http://schemas.openxmlformats.org/officeDocument/2006/relationships" id="2147483657" r:id="rIdKSIBLayout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006B8F"/>
      </a:accent5>
      <a:accent6>
        <a:srgbClr val="E5E6EB"/>
      </a:accent6>
      <a:hlink>
        <a:srgbClr val="3370FF"/>
      </a:hlink>
      <a:folHlink>
        <a:srgbClr val="7C3AED"/>
      </a:folHlink>
    </a:clrScheme>
    <a:fontScheme name="KSIB Management Review Chinese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a0d15abb94f2f" /><Relationship Type="http://schemas.openxmlformats.org/officeDocument/2006/relationships/notesSlide" Target="/ppt/notesSlides/notesSlide1.xml" Id="R60145c49d9ca44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2c2b4d69347ef" /><Relationship Type="http://schemas.openxmlformats.org/officeDocument/2006/relationships/notesSlide" Target="/ppt/notesSlides/notesSlide2.xml" Id="R862e8268444543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8d47754b14fba" /><Relationship Type="http://schemas.openxmlformats.org/officeDocument/2006/relationships/notesSlide" Target="/ppt/notesSlides/notesSlide3.xml" Id="R9431402c27af4b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3bc5e87644786" /><Relationship Type="http://schemas.openxmlformats.org/officeDocument/2006/relationships/notesSlide" Target="/ppt/notesSlides/notesSlide4.xml" Id="R4abb41168ed84e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28fca6da040e7" /><Relationship Type="http://schemas.openxmlformats.org/officeDocument/2006/relationships/notesSlide" Target="/ppt/notesSlides/notesSlide5.xml" Id="Rf6677928150640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1a937c2984303" /><Relationship Type="http://schemas.openxmlformats.org/officeDocument/2006/relationships/notesSlide" Target="/ppt/notesSlides/notesSlide6.xml" Id="R6cd8fb7cd5fe4c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1c47dbd5f455f" /><Relationship Type="http://schemas.openxmlformats.org/officeDocument/2006/relationships/notesSlide" Target="/ppt/notesSlides/notesSlide7.xml" Id="Rf4185de70b754a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3abf6b1df4ce7" /><Relationship Type="http://schemas.openxmlformats.org/officeDocument/2006/relationships/notesSlide" Target="/ppt/notesSlides/notesSlide8.xml" Id="R5a4ffabf625047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DF4D920-D5BF-4AA2-8025-9DFB66A2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60120"/>
            <a:ext cx="73152" cy="452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AE58FAC9-E240-4F7F-B50F-4D3B264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950976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3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[主题]：用一句话说明本次汇报的核心任务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1EBF14E-4F79-4466-B8FB-F7DC36AA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37560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[场合／对象／日期]</a:t>
            </a:r>
          </a:p>
        </p:txBody>
      </p:sp>
      <p:sp>
        <p:nvSpPr>
          <p:cNvPr id="4" name="cover-label">
            <a:extLst xmlns:a="http://schemas.openxmlformats.org/drawingml/2006/main">
              <a:ext uri="{FF2B5EF4-FFF2-40B4-BE49-F238E27FC236}">
                <a16:creationId xmlns:a16="http://schemas.microsoft.com/office/drawing/2014/main" id="{0C2DB2D5-E462-458B-BE2B-7D3A34CC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2344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rPr>
              <a:t>KSIB MANAGEMENT REVIEW</a:t>
            </a:r>
          </a:p>
        </p:txBody>
      </p:sp>
    </p:spTree>
    <p:extLst>
      <p:ext uri="{BB962C8B-B14F-4D97-AF65-F5344CB8AC3E}">
        <p14:creationId xmlns:p14="http://schemas.microsoft.com/office/powerpoint/2010/main" val="521557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37F442CA-ADCC-4EF3-BCB6-EB6B712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BDE8576B-8162-4108-9A07-0534849C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9ADDAEAB-C19F-4FC5-A812-F4CBECA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汇报导航：先判断，再用证据支持行动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B3EAA77-D90B-426C-A587-C5EB4CE6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05256"/>
            <a:ext cx="10728655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[可选] 汇报边界或版本说明</a:t>
            </a:r>
          </a:p>
        </p:txBody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828B70FE-7807-4F24-A341-0E01A774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3744026B-CC16-4CFB-8A72-4221054E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68B502-0302-447A-B8D0-3261C321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54C10933-7797-4DBA-879C-6A425716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navigator-block-1">
            <a:extLst xmlns:a="http://schemas.openxmlformats.org/drawingml/2006/main">
              <a:ext uri="{FF2B5EF4-FFF2-40B4-BE49-F238E27FC236}">
                <a16:creationId xmlns:a16="http://schemas.microsoft.com/office/drawing/2014/main" id="{05A571E4-4391-4A73-B6E0-B295C44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33649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3"/>
          </a:solidFill>
          <a:ln xmlns:a="http://schemas.openxmlformats.org/drawingml/2006/main" w="9525">
            <a:solidFill>
              <a:srgbClr val="FFDBCD"/>
            </a:solidFill>
            <a:prstDash val="solid"/>
          </a:ln>
        </p:spPr>
        <p:txBody>
          <a:bodyPr xmlns:a="http://schemas.openxmlformats.org/drawingml/2006/main" wrap="square" lIns="201168" tIns="201168" rIns="201168" bIns="201168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判断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明确需要支持的决策</a:t>
            </a:r>
          </a:p>
        </p:txBody>
      </p:sp>
      <p:sp>
        <p:nvSpPr>
          <p:cNvPr id="10" name="navigator-block-2">
            <a:extLst xmlns:a="http://schemas.openxmlformats.org/drawingml/2006/main">
              <a:ext uri="{FF2B5EF4-FFF2-40B4-BE49-F238E27FC236}">
                <a16:creationId xmlns:a16="http://schemas.microsoft.com/office/drawing/2014/main" id="{84F62D26-04FD-47C7-A4C8-972487DC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65960"/>
            <a:ext cx="33649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201168" tIns="201168" rIns="201168" bIns="201168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证据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用可核验材料证明判断</a:t>
            </a:r>
          </a:p>
        </p:txBody>
      </p:sp>
      <p:sp>
        <p:nvSpPr>
          <p:cNvPr id="11" name="navigator-block-3">
            <a:extLst xmlns:a="http://schemas.openxmlformats.org/drawingml/2006/main">
              <a:ext uri="{FF2B5EF4-FFF2-40B4-BE49-F238E27FC236}">
                <a16:creationId xmlns:a16="http://schemas.microsoft.com/office/drawing/2014/main" id="{2DF41E17-60C5-4E95-BA08-2E7BDA06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965960"/>
            <a:ext cx="3364992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6EB"/>
            </a:solidFill>
            <a:prstDash val="solid"/>
          </a:ln>
        </p:spPr>
        <p:txBody>
          <a:bodyPr xmlns:a="http://schemas.openxmlformats.org/drawingml/2006/main" wrap="square" lIns="201168" tIns="201168" rIns="201168" bIns="201168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行动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锁定负责人、节奏与门槛</a:t>
            </a:r>
          </a:p>
        </p:txBody>
      </p:sp>
    </p:spTree>
    <p:extLst>
      <p:ext uri="{BB962C8B-B14F-4D97-AF65-F5344CB8AC3E}">
        <p14:creationId xmlns:p14="http://schemas.microsoft.com/office/powerpoint/2010/main" val="6308073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kicker">
            <a:extLst xmlns:a="http://schemas.openxmlformats.org/drawingml/2006/main">
              <a:ext uri="{FF2B5EF4-FFF2-40B4-BE49-F238E27FC236}">
                <a16:creationId xmlns:a16="http://schemas.microsoft.com/office/drawing/2014/main" id="{0C77CE45-64D6-4B45-9B46-19E28C64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rPr>
              <a:t>SECTION</a:t>
            </a:r>
          </a:p>
        </p:txBody>
      </p:sp>
      <p:sp>
        <p:nvSpPr>
          <p:cNvPr id="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A7F96B0A-87CB-4E93-92D3-DDDC05FD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8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01｜[章节名称]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376EE8D-396F-4D97-BA9F-F28E8339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[可选] 章节要回答的核心问题</a:t>
            </a:r>
          </a:p>
        </p:txBody>
      </p:sp>
      <p:sp>
        <p:nvSpPr>
          <p:cNvPr id="4" name="divider-rule">
            <a:extLst xmlns:a="http://schemas.openxmlformats.org/drawingml/2006/main">
              <a:ext uri="{FF2B5EF4-FFF2-40B4-BE49-F238E27FC236}">
                <a16:creationId xmlns:a16="http://schemas.microsoft.com/office/drawing/2014/main" id="{BBA0866B-0E2F-4A11-80FE-9E0F9514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90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9304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D0177EB4-3F00-4AC2-9594-03CD4632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8B4BB52C-5955-4FE9-8361-D6C10944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4347495B-46B5-4721-B0E7-70EDEB0C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[对象]：[结论及其管理含义]</a:t>
            </a:r>
          </a:p>
        </p:txBody>
      </p:sp>
      <p:sp>
        <p:nvSpPr>
          <p:cNvPr id="4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0EE791CA-9F16-4080-92C6-C7F8EFBF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9888"/>
            <a:ext cx="10728655" cy="469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[正文由 Certified Layout Renderer 按 Slot 合同填充]</a:t>
            </a:r>
          </a:p>
        </p:txBody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A05AD2A0-66EA-4225-8585-287C6CA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85BCA121-08F9-4A56-A45E-F13E856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07E125-8B00-48D0-974E-CED3269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8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4A96CDEE-D07B-423E-A740-CA1540EE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242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6DDBD0C0-360E-4204-82B0-75A4DDE7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EAA01045-C3C3-4D0B-92E5-C8BB4142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74FAB00C-6208-4C97-B026-20E02E2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[对象]：[结论及其管理含义]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1CA1715-F4D5-4B4A-BCC6-0E8249E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05256"/>
            <a:ext cx="10728655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[范围／时期／方法／定义／比较边界]</a:t>
            </a:r>
          </a:p>
        </p:txBody>
      </p:sp>
      <p:sp>
        <p:nvSpPr>
          <p:cNvPr id="5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BAC6B42A-0C16-48E3-8E98-04BAB8B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17904"/>
            <a:ext cx="10728655" cy="4562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[正文由 Certified Layout Renderer 按 Slot 合同填充]</a:t>
            </a:r>
          </a:p>
        </p:txBody>
      </p:sp>
      <p:sp>
        <p:nvSpPr>
          <p:cNvPr id="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7057FE5-5803-403E-A18B-79E3A93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7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93F26D87-FE43-4A39-8F3E-736D7D68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233226-06F4-4D5E-B97F-564F157C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9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63843678-4E03-4410-BACB-DCFA66E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81059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ivider-kicker">
            <a:extLst xmlns:a="http://schemas.openxmlformats.org/drawingml/2006/main">
              <a:ext uri="{FF2B5EF4-FFF2-40B4-BE49-F238E27FC236}">
                <a16:creationId xmlns:a16="http://schemas.microsoft.com/office/drawing/2014/main" id="{A8697FA5-A342-4C6A-B406-E5AEBA4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D83D00"/>
                </a:solidFill>
                <a:latin typeface="PingFang SC"/>
                <a:ea typeface="PingFang SC"/>
                <a:cs typeface="PingFang SC"/>
              </a:rPr>
              <a:t>APPENDIX</a:t>
            </a:r>
          </a:p>
        </p:txBody>
      </p:sp>
      <p:sp>
        <p:nvSpPr>
          <p:cNvPr id="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401B42B0-3411-4C15-BE5B-4E250A67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996696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8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附录｜[章节名称]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A1B9C60-8352-4368-9700-DD14270F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868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6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[可选] 方法、口径或备查内容</a:t>
            </a:r>
          </a:p>
        </p:txBody>
      </p:sp>
      <p:sp>
        <p:nvSpPr>
          <p:cNvPr id="4" name="divider-rule">
            <a:extLst xmlns:a="http://schemas.openxmlformats.org/drawingml/2006/main">
              <a:ext uri="{FF2B5EF4-FFF2-40B4-BE49-F238E27FC236}">
                <a16:creationId xmlns:a16="http://schemas.microsoft.com/office/drawing/2014/main" id="{EBE46CB4-E937-486F-9290-2387DC2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90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7885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EFEF7F80-FE0E-43FC-9917-822D9F0F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CE998D2E-A2D1-447B-83DC-7D0A833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8F5E45FF-D6A7-426C-89BA-C2D30CB1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[附录主题]：[本页用途]</a:t>
            </a:r>
          </a:p>
        </p:txBody>
      </p:sp>
      <p:sp>
        <p:nvSpPr>
          <p:cNvPr id="4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41F4FC46-EEAB-4BB1-82FE-6AB5E89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89888"/>
            <a:ext cx="10728655" cy="469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[正文由 Certified Layout Renderer 按 Slot 合同填充]</a:t>
            </a:r>
          </a:p>
        </p:txBody>
      </p:sp>
      <p:sp>
        <p:nvSpPr>
          <p:cNvPr id="5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11E87E8E-6FBB-423A-9FC7-C650436A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6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0564BBBA-A09E-43E9-AA6D-FE50F2E8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F0252D-B442-484B-AE38-ED8BAEE4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8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5E10A046-C718-4ACC-AD89-38E2B76E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0898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A3D3DDD6-DD22-419F-B9C6-1CA4A96D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"/>
            <a:ext cx="27432" cy="18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9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text">
            <a:extLst xmlns:a="http://schemas.openxmlformats.org/drawingml/2006/main">
              <a:ext uri="{FF2B5EF4-FFF2-40B4-BE49-F238E27FC236}">
                <a16:creationId xmlns:a16="http://schemas.microsoft.com/office/drawing/2014/main" id="{6FC731C8-ED2A-447C-B7BE-7AED6B7B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7160"/>
            <a:ext cx="10616184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[页眉／章节]</a:t>
            </a:r>
          </a:p>
        </p:txBody>
      </p:sp>
      <p:sp>
        <p:nvSpPr>
          <p:cNvPr id="3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E45909C1-0E9B-42C4-9203-0B9CECDD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72865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defRPr>
            </a:pPr>
            <a:r>
              <a:rPr sz="2200" b="1">
                <a:solidFill>
                  <a:srgbClr val="1F2329"/>
                </a:solidFill>
                <a:latin typeface="PingFang SC"/>
                <a:ea typeface="PingFang SC"/>
                <a:cs typeface="PingFang SC"/>
              </a:rPr>
              <a:t>[附录主题]：[本页用途]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C6D974C-8180-4CAB-B6F8-82F66036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905256"/>
            <a:ext cx="10728655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4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[范围／时期／方法／定义／比较边界]</a:t>
            </a:r>
          </a:p>
        </p:txBody>
      </p:sp>
      <p:sp>
        <p:nvSpPr>
          <p:cNvPr id="5" name="content-body">
            <a:extLst xmlns:a="http://schemas.openxmlformats.org/drawingml/2006/main">
              <a:ext uri="{FF2B5EF4-FFF2-40B4-BE49-F238E27FC236}">
                <a16:creationId xmlns:a16="http://schemas.microsoft.com/office/drawing/2014/main" id="{E3D7F481-DCF5-452A-8AB7-766A845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17904"/>
            <a:ext cx="10728655" cy="4562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10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[正文由 Certified Layout Renderer 按 Slot 合同填充]</a:t>
            </a:r>
          </a:p>
        </p:txBody>
      </p:sp>
      <p:sp>
        <p:nvSpPr>
          <p:cNvPr id="6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FFF198F0-CB4E-4A83-9A00-45CBBE1E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55080"/>
            <a:ext cx="1072865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6EB"/>
            </a:solidFill>
            <a:prstDash val="solid"/>
          </a:ln>
        </p:spPr>
      </p:sp>
      <p:sp>
        <p:nvSpPr>
          <p:cNvPr id="7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912EDD15-60AC-42FA-B192-F4358171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446520"/>
            <a:ext cx="987552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数据来源：[填写来源、口径与日期]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C06291-010E-423D-9714-7EAC9347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49224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6A73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9" name="safe-area-note">
            <a:extLst xmlns:a="http://schemas.openxmlformats.org/drawingml/2006/main">
              <a:ext uri="{FF2B5EF4-FFF2-40B4-BE49-F238E27FC236}">
                <a16:creationId xmlns:a16="http://schemas.microsoft.com/office/drawing/2014/main" id="{E664C62B-3A92-4C70-A40E-9734539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0"/>
            <a:ext cx="10728655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69532367"/>
      </p:ext>
    </p:extLst>
  </p:cSld>
</p:sld>
</file>

<file path=ppt/theme/theme1.xml><?xml version="1.0" encoding="utf-8"?>
<a:theme xmlns:a="http://schemas.openxmlformats.org/drawingml/2006/main" name="ChatGPT">
  <a:themeElements>
    <a:clrScheme name="KSIB Management Review Orange">
      <a:dk1>
        <a:srgbClr val="1F2329"/>
      </a:dk1>
      <a:lt1>
        <a:srgbClr val="FFFFFF"/>
      </a:lt1>
      <a:dk2>
        <a:srgbClr val="646A73"/>
      </a:dk2>
      <a:lt2>
        <a:srgbClr val="FAFAFA"/>
      </a:lt2>
      <a:accent1>
        <a:srgbClr val="FF4906"/>
      </a:accent1>
      <a:accent2>
        <a:srgbClr val="D83D00"/>
      </a:accent2>
      <a:accent3>
        <a:srgbClr val="FFF7F3"/>
      </a:accent3>
      <a:accent4>
        <a:srgbClr val="FFDBCD"/>
      </a:accent4>
      <a:accent5>
        <a:srgbClr val="006B8F"/>
      </a:accent5>
      <a:accent6>
        <a:srgbClr val="E5E6EB"/>
      </a:accent6>
      <a:hlink>
        <a:srgbClr val="3370FF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SIB Management Review Oran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2026-08-04T10:25:42.5840000Z</dcterms:created>
  <dcterms:modified xsi:type="dcterms:W3CDTF">2026-08-04T10:25:42.5840000Z</dcterms:modified>
</coreProperties>
</file>